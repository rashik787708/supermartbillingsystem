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Source Serif Pro" charset="1" panose="02040603050405020204"/>
      <p:regular r:id="rId19"/>
    </p:embeddedFont>
    <p:embeddedFont>
      <p:font typeface="Source Serif Pro Bold" charset="1" panose="02040803050405020204"/>
      <p:regular r:id="rId23"/>
    </p:embeddedFont>
    <p:embeddedFont>
      <p:font typeface="Consolas" charset="1" panose="020B0609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778006"/>
            <a:ext cx="9445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POS Billing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060604"/>
            <a:ext cx="10359923" cy="348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Point of Sale &amp; Inventory Management System using C Programming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JJ College of Engineering and Technology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Computer Science &amp; Engineering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Prakash N -811325104154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Mohamed Sameer M-811325104127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Mohamed Rashik Jabar Sheik-811325104126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007116"/>
            <a:ext cx="9445523" cy="180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What Is the POS Billing System?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144441"/>
            <a:ext cx="944552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console-based application developed in C that automates product management and customer billing for supermarkets, grocery stores, and retail shops. It replaces slow, error-prone manual processes with a fast, accurate, computerized solution.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5301263"/>
            <a:ext cx="4585392" cy="2044751"/>
            <a:chOff x="0" y="0"/>
            <a:chExt cx="6113856" cy="27263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13780" cy="2726309"/>
            </a:xfrm>
            <a:custGeom>
              <a:avLst/>
              <a:gdLst/>
              <a:ahLst/>
              <a:cxnLst/>
              <a:rect r="r" b="b" t="t" l="l"/>
              <a:pathLst>
                <a:path h="2726309" w="6113780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058027" y="0"/>
                  </a:lnTo>
                  <a:cubicBezTo>
                    <a:pt x="6088888" y="0"/>
                    <a:pt x="6113780" y="25019"/>
                    <a:pt x="6113780" y="55753"/>
                  </a:cubicBezTo>
                  <a:lnTo>
                    <a:pt x="6113780" y="2670556"/>
                  </a:lnTo>
                  <a:cubicBezTo>
                    <a:pt x="6113780" y="2701417"/>
                    <a:pt x="6088761" y="2726309"/>
                    <a:pt x="6058027" y="2726309"/>
                  </a:cubicBezTo>
                  <a:lnTo>
                    <a:pt x="55753" y="2726309"/>
                  </a:lnTo>
                  <a:cubicBezTo>
                    <a:pt x="24892" y="2726309"/>
                    <a:pt x="0" y="2701290"/>
                    <a:pt x="0" y="267055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1292" y="5551732"/>
            <a:ext cx="402729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Automated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292" y="6104934"/>
            <a:ext cx="402729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Handles billing and inventory without manual effort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52370" y="5301263"/>
            <a:ext cx="4585392" cy="2044751"/>
            <a:chOff x="0" y="0"/>
            <a:chExt cx="6113856" cy="27263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13780" cy="2726309"/>
            </a:xfrm>
            <a:custGeom>
              <a:avLst/>
              <a:gdLst/>
              <a:ahLst/>
              <a:cxnLst/>
              <a:rect r="r" b="b" t="t" l="l"/>
              <a:pathLst>
                <a:path h="2726309" w="6113780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058027" y="0"/>
                  </a:lnTo>
                  <a:cubicBezTo>
                    <a:pt x="6088888" y="0"/>
                    <a:pt x="6113780" y="25019"/>
                    <a:pt x="6113780" y="55753"/>
                  </a:cubicBezTo>
                  <a:lnTo>
                    <a:pt x="6113780" y="2670556"/>
                  </a:lnTo>
                  <a:cubicBezTo>
                    <a:pt x="6113780" y="2701417"/>
                    <a:pt x="6088761" y="2726309"/>
                    <a:pt x="6058027" y="2726309"/>
                  </a:cubicBezTo>
                  <a:lnTo>
                    <a:pt x="55753" y="2726309"/>
                  </a:lnTo>
                  <a:cubicBezTo>
                    <a:pt x="24892" y="2726309"/>
                    <a:pt x="0" y="2701290"/>
                    <a:pt x="0" y="267055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131423" y="5551732"/>
            <a:ext cx="402729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Accurate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31423" y="6104934"/>
            <a:ext cx="402729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Eliminates calculation errors at checkout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7620743"/>
            <a:ext cx="9445523" cy="1601838"/>
            <a:chOff x="0" y="0"/>
            <a:chExt cx="12594031" cy="21357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4082" cy="2135886"/>
            </a:xfrm>
            <a:custGeom>
              <a:avLst/>
              <a:gdLst/>
              <a:ahLst/>
              <a:cxnLst/>
              <a:rect r="r" b="b" t="t" l="l"/>
              <a:pathLst>
                <a:path h="2135886" w="12594082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2538202" y="0"/>
                  </a:lnTo>
                  <a:cubicBezTo>
                    <a:pt x="12569063" y="0"/>
                    <a:pt x="12594082" y="25019"/>
                    <a:pt x="12594082" y="55880"/>
                  </a:cubicBezTo>
                  <a:lnTo>
                    <a:pt x="12594082" y="2080006"/>
                  </a:lnTo>
                  <a:cubicBezTo>
                    <a:pt x="12594082" y="2110867"/>
                    <a:pt x="12569063" y="2135886"/>
                    <a:pt x="12538202" y="2135886"/>
                  </a:cubicBezTo>
                  <a:lnTo>
                    <a:pt x="55880" y="2135886"/>
                  </a:lnTo>
                  <a:cubicBezTo>
                    <a:pt x="25019" y="2135886"/>
                    <a:pt x="0" y="2110867"/>
                    <a:pt x="0" y="208000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71292" y="7871222"/>
            <a:ext cx="8887416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Retail-Ready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292" y="8424415"/>
            <a:ext cx="8887416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Designed for supermarkets and grocery stores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05012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51517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3" t="0" r="-83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3630" y="3583934"/>
            <a:ext cx="42768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Product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630" y="4139803"/>
            <a:ext cx="427687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Add, update, delete, and search products by ID with duplicate validation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4866" y="351517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2" y="0"/>
                </a:lnTo>
                <a:lnTo>
                  <a:pt x="567032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499" r="0" b="-1250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66257" y="3583934"/>
            <a:ext cx="42768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Customer Billing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66257" y="4139803"/>
            <a:ext cx="427687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Generate bills and calculate totals automatically at checkout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97493" y="351517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018894" y="3583934"/>
            <a:ext cx="42768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Inventory 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18894" y="4139803"/>
            <a:ext cx="42768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Track stock levels and update quantities in real time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238" y="615344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500" r="0" b="-750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13630" y="6222206"/>
            <a:ext cx="42768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Persistent Storage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3630" y="6778076"/>
            <a:ext cx="42768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Store all product data using file handling for reliability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544866" y="615344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2" y="0"/>
                </a:lnTo>
                <a:lnTo>
                  <a:pt x="567032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000" r="0" b="-499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66257" y="6222206"/>
            <a:ext cx="42768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Speed &amp; Accuracy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66257" y="6778076"/>
            <a:ext cx="427687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Reduce billing errors and improve checkout speed significantly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25103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Technologies Used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65091"/>
            <a:ext cx="10355161" cy="5867848"/>
            <a:chOff x="0" y="0"/>
            <a:chExt cx="13806881" cy="78237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7823835"/>
            </a:xfrm>
            <a:custGeom>
              <a:avLst/>
              <a:gdLst/>
              <a:ahLst/>
              <a:cxnLst/>
              <a:rect r="r" b="b" t="t" l="l"/>
              <a:pathLst>
                <a:path h="7823835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823835"/>
                  </a:lnTo>
                  <a:lnTo>
                    <a:pt x="0" y="782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" r="0" b="-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2448373"/>
            <a:ext cx="525645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Programming Language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3117647"/>
            <a:ext cx="525645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</a:t>
            </a: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chosen for its efficiency, low-level control, and strong foundation in systems programming.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8677" y="4819202"/>
            <a:ext cx="525645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Core Concepts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8677" y="5488486"/>
            <a:ext cx="5256457" cy="219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Structures &amp; Arrays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Functions &amp; Modular Design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File &amp; String Handling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Loops &amp; Conditionals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48677" y="7941021"/>
            <a:ext cx="525645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Development Tools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48677" y="8610305"/>
            <a:ext cx="617085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VS Code / Code::Blocks · GCC Compiler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1132"/>
            <a:ext cx="1630352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System Workflow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364304"/>
            <a:ext cx="17217923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clear, menu-driven flow guides users from login to final data storage — ensuring every step is logical and traceable.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1614040"/>
            <a:ext cx="14630400" cy="8229600"/>
            <a:chOff x="0" y="0"/>
            <a:chExt cx="19507200" cy="109728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3191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010518"/>
            <a:ext cx="8043272" cy="2347017"/>
            <a:chOff x="0" y="0"/>
            <a:chExt cx="10724363" cy="31293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24388" cy="3129407"/>
            </a:xfrm>
            <a:custGeom>
              <a:avLst/>
              <a:gdLst/>
              <a:ahLst/>
              <a:cxnLst/>
              <a:rect r="r" b="b" t="t" l="l"/>
              <a:pathLst>
                <a:path h="3129407" w="107243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74731" y="0"/>
                  </a:lnTo>
                  <a:cubicBezTo>
                    <a:pt x="10702163" y="0"/>
                    <a:pt x="10724388" y="22225"/>
                    <a:pt x="10724388" y="49657"/>
                  </a:cubicBezTo>
                  <a:lnTo>
                    <a:pt x="10724388" y="3079750"/>
                  </a:lnTo>
                  <a:cubicBezTo>
                    <a:pt x="10724388" y="3107182"/>
                    <a:pt x="10702163" y="3129407"/>
                    <a:pt x="10674731" y="3129407"/>
                  </a:cubicBezTo>
                  <a:lnTo>
                    <a:pt x="49657" y="3129407"/>
                  </a:lnTo>
                  <a:cubicBezTo>
                    <a:pt x="22225" y="3129407"/>
                    <a:pt x="0" y="3107182"/>
                    <a:pt x="0" y="3079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0184" y="2258463"/>
            <a:ext cx="744141" cy="744141"/>
            <a:chOff x="0" y="0"/>
            <a:chExt cx="992188" cy="9921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444828" y="2462955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779" r="0" b="-277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0184" y="3200552"/>
            <a:ext cx="754737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Product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0184" y="3680374"/>
            <a:ext cx="754737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Full CRUD operations with ID validation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2499" y="2010518"/>
            <a:ext cx="8043272" cy="2347017"/>
            <a:chOff x="0" y="0"/>
            <a:chExt cx="10724363" cy="31293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4388" cy="3129407"/>
            </a:xfrm>
            <a:custGeom>
              <a:avLst/>
              <a:gdLst/>
              <a:ahLst/>
              <a:cxnLst/>
              <a:rect r="r" b="b" t="t" l="l"/>
              <a:pathLst>
                <a:path h="3129407" w="107243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74731" y="0"/>
                  </a:lnTo>
                  <a:cubicBezTo>
                    <a:pt x="10702163" y="0"/>
                    <a:pt x="10724388" y="22225"/>
                    <a:pt x="10724388" y="49657"/>
                  </a:cubicBezTo>
                  <a:lnTo>
                    <a:pt x="10724388" y="3079750"/>
                  </a:lnTo>
                  <a:cubicBezTo>
                    <a:pt x="10724388" y="3107182"/>
                    <a:pt x="10702163" y="3129407"/>
                    <a:pt x="10674731" y="3129407"/>
                  </a:cubicBezTo>
                  <a:lnTo>
                    <a:pt x="49657" y="3129407"/>
                  </a:lnTo>
                  <a:cubicBezTo>
                    <a:pt x="22225" y="3129407"/>
                    <a:pt x="0" y="3107182"/>
                    <a:pt x="0" y="3079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00445" y="2258463"/>
            <a:ext cx="744141" cy="744141"/>
            <a:chOff x="0" y="0"/>
            <a:chExt cx="992188" cy="9921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705080" y="2462955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056" r="0" b="-180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00445" y="3200552"/>
            <a:ext cx="754737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Inventory Tracking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0445" y="3680374"/>
            <a:ext cx="754737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Real-time stock level monitoring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4574534"/>
            <a:ext cx="8043272" cy="2347017"/>
            <a:chOff x="0" y="0"/>
            <a:chExt cx="10724363" cy="31293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4388" cy="3129407"/>
            </a:xfrm>
            <a:custGeom>
              <a:avLst/>
              <a:gdLst/>
              <a:ahLst/>
              <a:cxnLst/>
              <a:rect r="r" b="b" t="t" l="l"/>
              <a:pathLst>
                <a:path h="3129407" w="107243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74731" y="0"/>
                  </a:lnTo>
                  <a:cubicBezTo>
                    <a:pt x="10702163" y="0"/>
                    <a:pt x="10724388" y="22225"/>
                    <a:pt x="10724388" y="49657"/>
                  </a:cubicBezTo>
                  <a:lnTo>
                    <a:pt x="10724388" y="3079750"/>
                  </a:lnTo>
                  <a:cubicBezTo>
                    <a:pt x="10724388" y="3107182"/>
                    <a:pt x="10702163" y="3129407"/>
                    <a:pt x="10674731" y="3129407"/>
                  </a:cubicBezTo>
                  <a:lnTo>
                    <a:pt x="49657" y="3129407"/>
                  </a:lnTo>
                  <a:cubicBezTo>
                    <a:pt x="22225" y="3129407"/>
                    <a:pt x="0" y="3107182"/>
                    <a:pt x="0" y="3079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0184" y="4822479"/>
            <a:ext cx="744141" cy="744141"/>
            <a:chOff x="0" y="0"/>
            <a:chExt cx="992188" cy="9921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444828" y="5026971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334" r="0" b="-8334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40184" y="5764559"/>
            <a:ext cx="754737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Auto Billing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0184" y="6244380"/>
            <a:ext cx="754737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Totals calculated instantly, error-free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52499" y="4574534"/>
            <a:ext cx="8043272" cy="2347017"/>
            <a:chOff x="0" y="0"/>
            <a:chExt cx="10724363" cy="31293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4388" cy="3129407"/>
            </a:xfrm>
            <a:custGeom>
              <a:avLst/>
              <a:gdLst/>
              <a:ahLst/>
              <a:cxnLst/>
              <a:rect r="r" b="b" t="t" l="l"/>
              <a:pathLst>
                <a:path h="3129407" w="107243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74731" y="0"/>
                  </a:lnTo>
                  <a:cubicBezTo>
                    <a:pt x="10702163" y="0"/>
                    <a:pt x="10724388" y="22225"/>
                    <a:pt x="10724388" y="49657"/>
                  </a:cubicBezTo>
                  <a:lnTo>
                    <a:pt x="10724388" y="3079750"/>
                  </a:lnTo>
                  <a:cubicBezTo>
                    <a:pt x="10724388" y="3107182"/>
                    <a:pt x="10702163" y="3129407"/>
                    <a:pt x="10674731" y="3129407"/>
                  </a:cubicBezTo>
                  <a:lnTo>
                    <a:pt x="49657" y="3129407"/>
                  </a:lnTo>
                  <a:cubicBezTo>
                    <a:pt x="22225" y="3129407"/>
                    <a:pt x="0" y="3107182"/>
                    <a:pt x="0" y="3079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00445" y="4822479"/>
            <a:ext cx="744141" cy="744141"/>
            <a:chOff x="0" y="0"/>
            <a:chExt cx="992188" cy="9921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705080" y="5026971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500445" y="5764559"/>
            <a:ext cx="754737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Product Search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00445" y="6244380"/>
            <a:ext cx="754737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Locate any item quickly by ID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92238" y="7138540"/>
            <a:ext cx="8043272" cy="2347017"/>
            <a:chOff x="0" y="0"/>
            <a:chExt cx="10724363" cy="31293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4388" cy="3129407"/>
            </a:xfrm>
            <a:custGeom>
              <a:avLst/>
              <a:gdLst/>
              <a:ahLst/>
              <a:cxnLst/>
              <a:rect r="r" b="b" t="t" l="l"/>
              <a:pathLst>
                <a:path h="3129407" w="107243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74731" y="0"/>
                  </a:lnTo>
                  <a:cubicBezTo>
                    <a:pt x="10702163" y="0"/>
                    <a:pt x="10724388" y="22225"/>
                    <a:pt x="10724388" y="49657"/>
                  </a:cubicBezTo>
                  <a:lnTo>
                    <a:pt x="10724388" y="3079750"/>
                  </a:lnTo>
                  <a:cubicBezTo>
                    <a:pt x="10724388" y="3107182"/>
                    <a:pt x="10702163" y="3129407"/>
                    <a:pt x="10674731" y="3129407"/>
                  </a:cubicBezTo>
                  <a:lnTo>
                    <a:pt x="49657" y="3129407"/>
                  </a:lnTo>
                  <a:cubicBezTo>
                    <a:pt x="22225" y="3129407"/>
                    <a:pt x="0" y="3107182"/>
                    <a:pt x="0" y="3079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0184" y="7386485"/>
            <a:ext cx="744141" cy="744141"/>
            <a:chOff x="0" y="0"/>
            <a:chExt cx="992188" cy="9921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1444828" y="7590977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722" r="0" b="-9722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240184" y="8328574"/>
            <a:ext cx="754737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Data Persistence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0184" y="8808396"/>
            <a:ext cx="754737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Product data saved to files reliably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52499" y="7138540"/>
            <a:ext cx="8043272" cy="2347017"/>
            <a:chOff x="0" y="0"/>
            <a:chExt cx="10724363" cy="31293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4388" cy="3129407"/>
            </a:xfrm>
            <a:custGeom>
              <a:avLst/>
              <a:gdLst/>
              <a:ahLst/>
              <a:cxnLst/>
              <a:rect r="r" b="b" t="t" l="l"/>
              <a:pathLst>
                <a:path h="3129407" w="107243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74731" y="0"/>
                  </a:lnTo>
                  <a:cubicBezTo>
                    <a:pt x="10702163" y="0"/>
                    <a:pt x="10724388" y="22225"/>
                    <a:pt x="10724388" y="49657"/>
                  </a:cubicBezTo>
                  <a:lnTo>
                    <a:pt x="10724388" y="3079750"/>
                  </a:lnTo>
                  <a:cubicBezTo>
                    <a:pt x="10724388" y="3107182"/>
                    <a:pt x="10702163" y="3129407"/>
                    <a:pt x="10674731" y="3129407"/>
                  </a:cubicBezTo>
                  <a:lnTo>
                    <a:pt x="49657" y="3129407"/>
                  </a:lnTo>
                  <a:cubicBezTo>
                    <a:pt x="22225" y="3129407"/>
                    <a:pt x="0" y="3107182"/>
                    <a:pt x="0" y="3079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500445" y="7386485"/>
            <a:ext cx="744141" cy="744141"/>
            <a:chOff x="0" y="0"/>
            <a:chExt cx="992188" cy="9921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46" id="46" descr="preencoded.png"/>
          <p:cNvSpPr/>
          <p:nvPr/>
        </p:nvSpPr>
        <p:spPr>
          <a:xfrm flipH="false" flipV="false" rot="0">
            <a:off x="9705080" y="7590977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9500445" y="8328574"/>
            <a:ext cx="754737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Menu-Driven UI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500445" y="8808396"/>
            <a:ext cx="754737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Simple, intuitive navigation for all users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32082"/>
            <a:ext cx="16303523" cy="83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Code Highlights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61407"/>
            <a:ext cx="1721792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Core C programming concepts brought to life in a practical retail application.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859291"/>
            <a:ext cx="7843685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Product Structure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525888"/>
            <a:ext cx="7843685" cy="2796178"/>
            <a:chOff x="0" y="0"/>
            <a:chExt cx="10458247" cy="37282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58323" cy="3728212"/>
            </a:xfrm>
            <a:custGeom>
              <a:avLst/>
              <a:gdLst/>
              <a:ahLst/>
              <a:cxnLst/>
              <a:rect r="r" b="b" t="t" l="l"/>
              <a:pathLst>
                <a:path h="3728212" w="10458323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07777" y="0"/>
                  </a:lnTo>
                  <a:cubicBezTo>
                    <a:pt x="10435717" y="0"/>
                    <a:pt x="10458323" y="22606"/>
                    <a:pt x="10458323" y="50546"/>
                  </a:cubicBezTo>
                  <a:lnTo>
                    <a:pt x="10458323" y="3677666"/>
                  </a:lnTo>
                  <a:cubicBezTo>
                    <a:pt x="10458323" y="3705606"/>
                    <a:pt x="10435717" y="3728212"/>
                    <a:pt x="10407777" y="3728212"/>
                  </a:cubicBezTo>
                  <a:lnTo>
                    <a:pt x="50546" y="3728212"/>
                  </a:lnTo>
                  <a:cubicBezTo>
                    <a:pt x="22606" y="3728212"/>
                    <a:pt x="0" y="3705606"/>
                    <a:pt x="0" y="36776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9732" y="3525888"/>
            <a:ext cx="7868688" cy="2796178"/>
            <a:chOff x="0" y="0"/>
            <a:chExt cx="10491584" cy="37282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91597" cy="3728212"/>
            </a:xfrm>
            <a:custGeom>
              <a:avLst/>
              <a:gdLst/>
              <a:ahLst/>
              <a:cxnLst/>
              <a:rect r="r" b="b" t="t" l="l"/>
              <a:pathLst>
                <a:path h="3728212" w="1049159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41051" y="0"/>
                  </a:lnTo>
                  <a:cubicBezTo>
                    <a:pt x="10468991" y="0"/>
                    <a:pt x="10491597" y="22606"/>
                    <a:pt x="10491597" y="50546"/>
                  </a:cubicBezTo>
                  <a:lnTo>
                    <a:pt x="10491597" y="3677666"/>
                  </a:lnTo>
                  <a:cubicBezTo>
                    <a:pt x="10491597" y="3705606"/>
                    <a:pt x="10468991" y="3728212"/>
                    <a:pt x="10441051" y="3728212"/>
                  </a:cubicBezTo>
                  <a:lnTo>
                    <a:pt x="50546" y="3728212"/>
                  </a:lnTo>
                  <a:cubicBezTo>
                    <a:pt x="22606" y="3728212"/>
                    <a:pt x="0" y="3705606"/>
                    <a:pt x="0" y="36776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95248" y="3683051"/>
            <a:ext cx="7237657" cy="2386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struct Product {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int id;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char name[50];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float price;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int qty;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6556029"/>
            <a:ext cx="7843685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Duplicate ID Check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7222627"/>
            <a:ext cx="7843685" cy="2032397"/>
            <a:chOff x="0" y="0"/>
            <a:chExt cx="10458247" cy="2709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58323" cy="2709926"/>
            </a:xfrm>
            <a:custGeom>
              <a:avLst/>
              <a:gdLst/>
              <a:ahLst/>
              <a:cxnLst/>
              <a:rect r="r" b="b" t="t" l="l"/>
              <a:pathLst>
                <a:path h="2709926" w="10458323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07777" y="0"/>
                  </a:lnTo>
                  <a:cubicBezTo>
                    <a:pt x="10435717" y="0"/>
                    <a:pt x="10458323" y="22606"/>
                    <a:pt x="10458323" y="50546"/>
                  </a:cubicBezTo>
                  <a:lnTo>
                    <a:pt x="10458323" y="2659380"/>
                  </a:lnTo>
                  <a:cubicBezTo>
                    <a:pt x="10458323" y="2687320"/>
                    <a:pt x="10435717" y="2709926"/>
                    <a:pt x="10407777" y="2709926"/>
                  </a:cubicBezTo>
                  <a:lnTo>
                    <a:pt x="50546" y="2709926"/>
                  </a:lnTo>
                  <a:cubicBezTo>
                    <a:pt x="22606" y="2709926"/>
                    <a:pt x="0" y="2687320"/>
                    <a:pt x="0" y="265938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79732" y="7222627"/>
            <a:ext cx="7868688" cy="2032397"/>
            <a:chOff x="0" y="0"/>
            <a:chExt cx="10491584" cy="2709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91597" cy="2709926"/>
            </a:xfrm>
            <a:custGeom>
              <a:avLst/>
              <a:gdLst/>
              <a:ahLst/>
              <a:cxnLst/>
              <a:rect r="r" b="b" t="t" l="l"/>
              <a:pathLst>
                <a:path h="2709926" w="1049159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41051" y="0"/>
                  </a:lnTo>
                  <a:cubicBezTo>
                    <a:pt x="10468991" y="0"/>
                    <a:pt x="10491597" y="22606"/>
                    <a:pt x="10491597" y="50546"/>
                  </a:cubicBezTo>
                  <a:lnTo>
                    <a:pt x="10491597" y="2659380"/>
                  </a:lnTo>
                  <a:cubicBezTo>
                    <a:pt x="10491597" y="2687320"/>
                    <a:pt x="10468991" y="2709926"/>
                    <a:pt x="10441051" y="2709926"/>
                  </a:cubicBezTo>
                  <a:lnTo>
                    <a:pt x="50546" y="2709926"/>
                  </a:lnTo>
                  <a:cubicBezTo>
                    <a:pt x="22606" y="2709926"/>
                    <a:pt x="0" y="2687320"/>
                    <a:pt x="0" y="265938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95248" y="7379789"/>
            <a:ext cx="7237657" cy="162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if (id == products[i].id) {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printf("ID exists!");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return 0;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61602" y="2859291"/>
            <a:ext cx="7843685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Billing Logic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61602" y="3525888"/>
            <a:ext cx="7843685" cy="1268606"/>
            <a:chOff x="0" y="0"/>
            <a:chExt cx="10458247" cy="16914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58323" cy="1691513"/>
            </a:xfrm>
            <a:custGeom>
              <a:avLst/>
              <a:gdLst/>
              <a:ahLst/>
              <a:cxnLst/>
              <a:rect r="r" b="b" t="t" l="l"/>
              <a:pathLst>
                <a:path h="1691513" w="10458323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07777" y="0"/>
                  </a:lnTo>
                  <a:cubicBezTo>
                    <a:pt x="10435717" y="0"/>
                    <a:pt x="10458323" y="22606"/>
                    <a:pt x="10458323" y="50546"/>
                  </a:cubicBezTo>
                  <a:lnTo>
                    <a:pt x="10458323" y="1640967"/>
                  </a:lnTo>
                  <a:cubicBezTo>
                    <a:pt x="10458323" y="1668907"/>
                    <a:pt x="10435717" y="1691513"/>
                    <a:pt x="10407777" y="1691513"/>
                  </a:cubicBezTo>
                  <a:lnTo>
                    <a:pt x="50546" y="1691513"/>
                  </a:lnTo>
                  <a:cubicBezTo>
                    <a:pt x="22606" y="1691513"/>
                    <a:pt x="0" y="1668907"/>
                    <a:pt x="0" y="164096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49095" y="3525888"/>
            <a:ext cx="7868688" cy="1268606"/>
            <a:chOff x="0" y="0"/>
            <a:chExt cx="10491584" cy="16914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91597" cy="1691513"/>
            </a:xfrm>
            <a:custGeom>
              <a:avLst/>
              <a:gdLst/>
              <a:ahLst/>
              <a:cxnLst/>
              <a:rect r="r" b="b" t="t" l="l"/>
              <a:pathLst>
                <a:path h="1691513" w="1049159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41051" y="0"/>
                  </a:lnTo>
                  <a:cubicBezTo>
                    <a:pt x="10468991" y="0"/>
                    <a:pt x="10491597" y="22606"/>
                    <a:pt x="10491597" y="50546"/>
                  </a:cubicBezTo>
                  <a:lnTo>
                    <a:pt x="10491597" y="1640967"/>
                  </a:lnTo>
                  <a:cubicBezTo>
                    <a:pt x="10491597" y="1668907"/>
                    <a:pt x="10468991" y="1691513"/>
                    <a:pt x="10441051" y="1691513"/>
                  </a:cubicBezTo>
                  <a:lnTo>
                    <a:pt x="50546" y="1691513"/>
                  </a:lnTo>
                  <a:cubicBezTo>
                    <a:pt x="22606" y="1691513"/>
                    <a:pt x="0" y="1668907"/>
                    <a:pt x="0" y="164096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64611" y="3683051"/>
            <a:ext cx="7237657" cy="85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total += price * qty;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printf("Total: %.2f", total);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61602" y="5028457"/>
            <a:ext cx="7843685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File Handling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61602" y="5695055"/>
            <a:ext cx="7843685" cy="1650502"/>
            <a:chOff x="0" y="0"/>
            <a:chExt cx="10458247" cy="22006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58323" cy="2200656"/>
            </a:xfrm>
            <a:custGeom>
              <a:avLst/>
              <a:gdLst/>
              <a:ahLst/>
              <a:cxnLst/>
              <a:rect r="r" b="b" t="t" l="l"/>
              <a:pathLst>
                <a:path h="2200656" w="10458323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07777" y="0"/>
                  </a:lnTo>
                  <a:cubicBezTo>
                    <a:pt x="10435717" y="0"/>
                    <a:pt x="10458323" y="22606"/>
                    <a:pt x="10458323" y="50546"/>
                  </a:cubicBezTo>
                  <a:lnTo>
                    <a:pt x="10458323" y="2150110"/>
                  </a:lnTo>
                  <a:cubicBezTo>
                    <a:pt x="10458323" y="2178050"/>
                    <a:pt x="10435717" y="2200656"/>
                    <a:pt x="10407777" y="2200656"/>
                  </a:cubicBezTo>
                  <a:lnTo>
                    <a:pt x="50546" y="2200656"/>
                  </a:lnTo>
                  <a:cubicBezTo>
                    <a:pt x="22606" y="2200656"/>
                    <a:pt x="0" y="2178050"/>
                    <a:pt x="0" y="215011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449095" y="5695055"/>
            <a:ext cx="7868688" cy="1650502"/>
            <a:chOff x="0" y="0"/>
            <a:chExt cx="10491584" cy="22006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91597" cy="2200656"/>
            </a:xfrm>
            <a:custGeom>
              <a:avLst/>
              <a:gdLst/>
              <a:ahLst/>
              <a:cxnLst/>
              <a:rect r="r" b="b" t="t" l="l"/>
              <a:pathLst>
                <a:path h="2200656" w="1049159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441051" y="0"/>
                  </a:lnTo>
                  <a:cubicBezTo>
                    <a:pt x="10468991" y="0"/>
                    <a:pt x="10491597" y="22606"/>
                    <a:pt x="10491597" y="50546"/>
                  </a:cubicBezTo>
                  <a:lnTo>
                    <a:pt x="10491597" y="2150110"/>
                  </a:lnTo>
                  <a:cubicBezTo>
                    <a:pt x="10491597" y="2178050"/>
                    <a:pt x="10468991" y="2200656"/>
                    <a:pt x="10441051" y="2200656"/>
                  </a:cubicBezTo>
                  <a:lnTo>
                    <a:pt x="50546" y="2200656"/>
                  </a:lnTo>
                  <a:cubicBezTo>
                    <a:pt x="22606" y="2200656"/>
                    <a:pt x="0" y="2178050"/>
                    <a:pt x="0" y="215011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764611" y="5852217"/>
            <a:ext cx="7237657" cy="1240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FILE *f = fopen("data.dat","wb");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fwrite(&amp;p, sizeof(p), 1, f);</a:t>
            </a:r>
          </a:p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fclose(f);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76135"/>
            <a:ext cx="16303523" cy="76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Results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82838"/>
            <a:ext cx="7870774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2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Achieved Results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78554" y="2612231"/>
            <a:ext cx="345434" cy="345434"/>
          </a:xfrm>
          <a:custGeom>
            <a:avLst/>
            <a:gdLst/>
            <a:ahLst/>
            <a:cxnLst/>
            <a:rect r="r" b="b" t="t" l="l"/>
            <a:pathLst>
              <a:path h="345434" w="345434">
                <a:moveTo>
                  <a:pt x="0" y="0"/>
                </a:moveTo>
                <a:lnTo>
                  <a:pt x="345434" y="0"/>
                </a:lnTo>
                <a:lnTo>
                  <a:pt x="345434" y="345434"/>
                </a:lnTo>
                <a:lnTo>
                  <a:pt x="0" y="345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40694" y="2553148"/>
            <a:ext cx="3069879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Faster, error-free billing at checkout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5130851" y="2612231"/>
            <a:ext cx="345434" cy="345434"/>
          </a:xfrm>
          <a:custGeom>
            <a:avLst/>
            <a:gdLst/>
            <a:ahLst/>
            <a:cxnLst/>
            <a:rect r="r" b="b" t="t" l="l"/>
            <a:pathLst>
              <a:path h="345434" w="345434">
                <a:moveTo>
                  <a:pt x="0" y="0"/>
                </a:moveTo>
                <a:lnTo>
                  <a:pt x="345433" y="0"/>
                </a:lnTo>
                <a:lnTo>
                  <a:pt x="345433" y="345434"/>
                </a:lnTo>
                <a:lnTo>
                  <a:pt x="0" y="345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92991" y="2553148"/>
            <a:ext cx="3070022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Accurate, real-time inventory updates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78554" y="3689004"/>
            <a:ext cx="345434" cy="345434"/>
          </a:xfrm>
          <a:custGeom>
            <a:avLst/>
            <a:gdLst/>
            <a:ahLst/>
            <a:cxnLst/>
            <a:rect r="r" b="b" t="t" l="l"/>
            <a:pathLst>
              <a:path h="345434" w="345434">
                <a:moveTo>
                  <a:pt x="0" y="0"/>
                </a:moveTo>
                <a:lnTo>
                  <a:pt x="345434" y="0"/>
                </a:lnTo>
                <a:lnTo>
                  <a:pt x="345434" y="345434"/>
                </a:lnTo>
                <a:lnTo>
                  <a:pt x="0" y="345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0694" y="3629920"/>
            <a:ext cx="3069879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Reliable file-based data storage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5130851" y="3689004"/>
            <a:ext cx="345434" cy="345434"/>
          </a:xfrm>
          <a:custGeom>
            <a:avLst/>
            <a:gdLst/>
            <a:ahLst/>
            <a:cxnLst/>
            <a:rect r="r" b="b" t="t" l="l"/>
            <a:pathLst>
              <a:path h="345434" w="345434">
                <a:moveTo>
                  <a:pt x="0" y="0"/>
                </a:moveTo>
                <a:lnTo>
                  <a:pt x="345433" y="0"/>
                </a:lnTo>
                <a:lnTo>
                  <a:pt x="345433" y="345434"/>
                </a:lnTo>
                <a:lnTo>
                  <a:pt x="0" y="345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92991" y="3629920"/>
            <a:ext cx="3070022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Improved overall operational efficiency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34512" y="1982838"/>
            <a:ext cx="7870774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🔭</a:t>
            </a:r>
            <a:r>
              <a:rPr lang="en-US" sz="22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Future Enhancements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355536" y="2600773"/>
            <a:ext cx="28575" cy="6651869"/>
            <a:chOff x="0" y="0"/>
            <a:chExt cx="38100" cy="88691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8869172"/>
            </a:xfrm>
            <a:custGeom>
              <a:avLst/>
              <a:gdLst/>
              <a:ahLst/>
              <a:cxnLst/>
              <a:rect r="r" b="b" t="t" l="l"/>
              <a:pathLst>
                <a:path h="886917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850122"/>
                  </a:lnTo>
                  <a:cubicBezTo>
                    <a:pt x="38100" y="8860663"/>
                    <a:pt x="29591" y="8869172"/>
                    <a:pt x="19050" y="8869172"/>
                  </a:cubicBezTo>
                  <a:cubicBezTo>
                    <a:pt x="8509" y="8869172"/>
                    <a:pt x="0" y="8860663"/>
                    <a:pt x="0" y="8850122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37779" y="2845594"/>
            <a:ext cx="460619" cy="28575"/>
            <a:chOff x="0" y="0"/>
            <a:chExt cx="614159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4172" cy="38100"/>
            </a:xfrm>
            <a:custGeom>
              <a:avLst/>
              <a:gdLst/>
              <a:ahLst/>
              <a:cxnLst/>
              <a:rect r="r" b="b" t="t" l="l"/>
              <a:pathLst>
                <a:path h="38100" w="61417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95122" y="0"/>
                  </a:lnTo>
                  <a:cubicBezTo>
                    <a:pt x="605663" y="0"/>
                    <a:pt x="614172" y="8509"/>
                    <a:pt x="614172" y="19050"/>
                  </a:cubicBezTo>
                  <a:cubicBezTo>
                    <a:pt x="614172" y="29591"/>
                    <a:pt x="605663" y="38100"/>
                    <a:pt x="59512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283508" y="2773556"/>
            <a:ext cx="172641" cy="172641"/>
            <a:chOff x="0" y="0"/>
            <a:chExt cx="230188" cy="2301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0124" cy="230124"/>
            </a:xfrm>
            <a:custGeom>
              <a:avLst/>
              <a:gdLst/>
              <a:ahLst/>
              <a:cxnLst/>
              <a:rect r="r" b="b" t="t" l="l"/>
              <a:pathLst>
                <a:path h="230124" w="230124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cubicBezTo>
                    <a:pt x="178562" y="0"/>
                    <a:pt x="230124" y="51562"/>
                    <a:pt x="230124" y="115062"/>
                  </a:cubicBezTo>
                  <a:cubicBezTo>
                    <a:pt x="230124" y="178562"/>
                    <a:pt x="178562" y="230124"/>
                    <a:pt x="115062" y="230124"/>
                  </a:cubicBezTo>
                  <a:cubicBezTo>
                    <a:pt x="51562" y="230124"/>
                    <a:pt x="0" y="178689"/>
                    <a:pt x="0" y="115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434512" y="2628005"/>
            <a:ext cx="3013920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Barcode Scanner Integration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341248" y="4141289"/>
            <a:ext cx="460619" cy="28575"/>
            <a:chOff x="0" y="0"/>
            <a:chExt cx="614159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4172" cy="38100"/>
            </a:xfrm>
            <a:custGeom>
              <a:avLst/>
              <a:gdLst/>
              <a:ahLst/>
              <a:cxnLst/>
              <a:rect r="r" b="b" t="t" l="l"/>
              <a:pathLst>
                <a:path h="38100" w="61417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95122" y="0"/>
                  </a:lnTo>
                  <a:cubicBezTo>
                    <a:pt x="605663" y="0"/>
                    <a:pt x="614172" y="8509"/>
                    <a:pt x="614172" y="19050"/>
                  </a:cubicBezTo>
                  <a:cubicBezTo>
                    <a:pt x="614172" y="29591"/>
                    <a:pt x="605663" y="38100"/>
                    <a:pt x="59512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283508" y="4069261"/>
            <a:ext cx="172641" cy="172641"/>
            <a:chOff x="0" y="0"/>
            <a:chExt cx="230188" cy="2301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0124" cy="230124"/>
            </a:xfrm>
            <a:custGeom>
              <a:avLst/>
              <a:gdLst/>
              <a:ahLst/>
              <a:cxnLst/>
              <a:rect r="r" b="b" t="t" l="l"/>
              <a:pathLst>
                <a:path h="230124" w="230124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cubicBezTo>
                    <a:pt x="178562" y="0"/>
                    <a:pt x="230124" y="51562"/>
                    <a:pt x="230124" y="115062"/>
                  </a:cubicBezTo>
                  <a:cubicBezTo>
                    <a:pt x="230124" y="178562"/>
                    <a:pt x="178562" y="230124"/>
                    <a:pt x="115062" y="230124"/>
                  </a:cubicBezTo>
                  <a:cubicBezTo>
                    <a:pt x="51562" y="230124"/>
                    <a:pt x="0" y="178689"/>
                    <a:pt x="0" y="115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291224" y="3923709"/>
            <a:ext cx="3014072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Login Authentication &amp; User Roles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937779" y="5287270"/>
            <a:ext cx="460619" cy="28575"/>
            <a:chOff x="0" y="0"/>
            <a:chExt cx="614159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4172" cy="38100"/>
            </a:xfrm>
            <a:custGeom>
              <a:avLst/>
              <a:gdLst/>
              <a:ahLst/>
              <a:cxnLst/>
              <a:rect r="r" b="b" t="t" l="l"/>
              <a:pathLst>
                <a:path h="38100" w="61417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95122" y="0"/>
                  </a:lnTo>
                  <a:cubicBezTo>
                    <a:pt x="605663" y="0"/>
                    <a:pt x="614172" y="8509"/>
                    <a:pt x="614172" y="19050"/>
                  </a:cubicBezTo>
                  <a:cubicBezTo>
                    <a:pt x="614172" y="29591"/>
                    <a:pt x="605663" y="38100"/>
                    <a:pt x="59512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3508" y="5215233"/>
            <a:ext cx="172641" cy="172641"/>
            <a:chOff x="0" y="0"/>
            <a:chExt cx="230188" cy="2301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0124" cy="230124"/>
            </a:xfrm>
            <a:custGeom>
              <a:avLst/>
              <a:gdLst/>
              <a:ahLst/>
              <a:cxnLst/>
              <a:rect r="r" b="b" t="t" l="l"/>
              <a:pathLst>
                <a:path h="230124" w="230124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cubicBezTo>
                    <a:pt x="178562" y="0"/>
                    <a:pt x="230124" y="51562"/>
                    <a:pt x="230124" y="115062"/>
                  </a:cubicBezTo>
                  <a:cubicBezTo>
                    <a:pt x="230124" y="178562"/>
                    <a:pt x="178562" y="230124"/>
                    <a:pt x="115062" y="230124"/>
                  </a:cubicBezTo>
                  <a:cubicBezTo>
                    <a:pt x="51562" y="230124"/>
                    <a:pt x="0" y="178689"/>
                    <a:pt x="0" y="115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434512" y="5069681"/>
            <a:ext cx="3013920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GST Calculation &amp; Discounts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341248" y="6433395"/>
            <a:ext cx="460619" cy="28575"/>
            <a:chOff x="0" y="0"/>
            <a:chExt cx="614159" cy="38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14172" cy="38100"/>
            </a:xfrm>
            <a:custGeom>
              <a:avLst/>
              <a:gdLst/>
              <a:ahLst/>
              <a:cxnLst/>
              <a:rect r="r" b="b" t="t" l="l"/>
              <a:pathLst>
                <a:path h="38100" w="61417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95122" y="0"/>
                  </a:lnTo>
                  <a:cubicBezTo>
                    <a:pt x="605663" y="0"/>
                    <a:pt x="614172" y="8509"/>
                    <a:pt x="614172" y="19050"/>
                  </a:cubicBezTo>
                  <a:cubicBezTo>
                    <a:pt x="614172" y="29591"/>
                    <a:pt x="605663" y="38100"/>
                    <a:pt x="59512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283508" y="6361357"/>
            <a:ext cx="172641" cy="172641"/>
            <a:chOff x="0" y="0"/>
            <a:chExt cx="230188" cy="2301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0124" cy="230124"/>
            </a:xfrm>
            <a:custGeom>
              <a:avLst/>
              <a:gdLst/>
              <a:ahLst/>
              <a:cxnLst/>
              <a:rect r="r" b="b" t="t" l="l"/>
              <a:pathLst>
                <a:path h="230124" w="230124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cubicBezTo>
                    <a:pt x="178562" y="0"/>
                    <a:pt x="230124" y="51562"/>
                    <a:pt x="230124" y="115062"/>
                  </a:cubicBezTo>
                  <a:cubicBezTo>
                    <a:pt x="230124" y="178562"/>
                    <a:pt x="178562" y="230124"/>
                    <a:pt x="115062" y="230124"/>
                  </a:cubicBezTo>
                  <a:cubicBezTo>
                    <a:pt x="51562" y="230124"/>
                    <a:pt x="0" y="178689"/>
                    <a:pt x="0" y="115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291224" y="6215805"/>
            <a:ext cx="3014072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Sales Reports &amp; Invoice Printing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937779" y="7579519"/>
            <a:ext cx="460619" cy="28575"/>
            <a:chOff x="0" y="0"/>
            <a:chExt cx="614159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4172" cy="38100"/>
            </a:xfrm>
            <a:custGeom>
              <a:avLst/>
              <a:gdLst/>
              <a:ahLst/>
              <a:cxnLst/>
              <a:rect r="r" b="b" t="t" l="l"/>
              <a:pathLst>
                <a:path h="38100" w="61417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95122" y="0"/>
                  </a:lnTo>
                  <a:cubicBezTo>
                    <a:pt x="605663" y="0"/>
                    <a:pt x="614172" y="8509"/>
                    <a:pt x="614172" y="19050"/>
                  </a:cubicBezTo>
                  <a:cubicBezTo>
                    <a:pt x="614172" y="29591"/>
                    <a:pt x="605663" y="38100"/>
                    <a:pt x="59512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283508" y="7507491"/>
            <a:ext cx="172641" cy="172641"/>
            <a:chOff x="0" y="0"/>
            <a:chExt cx="230188" cy="2301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0124" cy="230124"/>
            </a:xfrm>
            <a:custGeom>
              <a:avLst/>
              <a:gdLst/>
              <a:ahLst/>
              <a:cxnLst/>
              <a:rect r="r" b="b" t="t" l="l"/>
              <a:pathLst>
                <a:path h="230124" w="230124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cubicBezTo>
                    <a:pt x="178562" y="0"/>
                    <a:pt x="230124" y="51562"/>
                    <a:pt x="230124" y="115062"/>
                  </a:cubicBezTo>
                  <a:cubicBezTo>
                    <a:pt x="230124" y="178562"/>
                    <a:pt x="178562" y="230124"/>
                    <a:pt x="115062" y="230124"/>
                  </a:cubicBezTo>
                  <a:cubicBezTo>
                    <a:pt x="51562" y="230124"/>
                    <a:pt x="0" y="178689"/>
                    <a:pt x="0" y="115062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434512" y="7361930"/>
            <a:ext cx="3013920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GUI, MySQL/SQLite &amp; Cloud Backup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762152"/>
            <a:ext cx="9445523" cy="90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983581"/>
            <a:ext cx="9445523" cy="175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POS Billing System demonstrates how C programming can deliver a practical, efficient retail management solution. It improves billing speed, maintains accurate inventory, reduces human error, and lays a strong foundation for building advanced Point of Sale software.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24060" y="5972610"/>
            <a:ext cx="4741188" cy="117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0"/>
              </a:lnSpc>
            </a:pPr>
            <a:r>
              <a:rPr lang="en-US" sz="73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DAHOsX92n1o</dc:identifier>
  <dcterms:modified xsi:type="dcterms:W3CDTF">2011-08-01T06:04:30Z</dcterms:modified>
  <cp:revision>1</cp:revision>
  <dc:title>POS-Billing-System.pptx</dc:title>
</cp:coreProperties>
</file>